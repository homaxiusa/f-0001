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1" r:id="rId3"/>
    <p:sldId id="274" r:id="rId5"/>
    <p:sldId id="273" r:id="rId6"/>
    <p:sldId id="272" r:id="rId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5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User-approved GuardWatch brand language in the current conversation, 2026-08-30.</a:t>
            </a:r>
          </a:p>
          <a:p>
            <a:r>
              <a:t>- Homaxi logo cropped from the Homaxi IPC6TF4R4-AD-TPMSCR datasheet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User-approved GuardWatch brand language in the current conversation, 2026-08-30.</a:t>
            </a:r>
          </a:p>
          <a:p>
            <a:r>
              <a:t>- Homaxi logo cropped from the Homaxi IPC6TF4R4-AD-TPMSCR datasheet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User-approved GuardWatch brand language in the current conversation, 2026-08-30.</a:t>
            </a:r>
          </a:p>
          <a:p>
            <a:r>
              <a:t>- Homaxi logo cropped from the Homaxi IPC6TF4R4-AD-TPMSCR datasheet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User-approved GuardWatch brand language in the current conversation, 2026-08-30.</a:t>
            </a:r>
          </a:p>
          <a:p>
            <a:r>
              <a:t>- Homaxi logo cropped from the Homaxi IPC6TF4R4-AD-TPMSCR datasheet render.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19" descr="NVR401S-8P8-2"/>
          <p:cNvPicPr>
            <a:picLocks noChangeAspect="1"/>
          </p:cNvPicPr>
          <p:nvPr/>
        </p:nvPicPr>
        <p:blipFill>
          <a:blip r:embed="rId1"/>
          <a:srcRect l="8320" t="21422" r="7013" b="25667"/>
          <a:stretch>
            <a:fillRect/>
          </a:stretch>
        </p:blipFill>
        <p:spPr>
          <a:xfrm>
            <a:off x="6527800" y="4149090"/>
            <a:ext cx="4320000" cy="1619830"/>
          </a:xfrm>
          <a:prstGeom prst="rect">
            <a:avLst/>
          </a:prstGeom>
        </p:spPr>
      </p:pic>
      <p:sp>
        <p:nvSpPr>
          <p:cNvPr id="8" name="rect-q24rn0"/>
          <p:cNvSpPr>
            <a:spLocks noGrp="1"/>
          </p:cNvSpPr>
          <p:nvPr/>
        </p:nvSpPr>
        <p:spPr>
          <a:xfrm rot="5400000">
            <a:off x="5918835" y="584835"/>
            <a:ext cx="353695" cy="12192000"/>
          </a:xfrm>
          <a:prstGeom prst="rect">
            <a:avLst/>
          </a:prstGeom>
          <a:solidFill>
            <a:srgbClr val="1557D8"/>
          </a:solidFill>
          <a:ln w="0">
            <a:solidFill>
              <a:srgbClr val="1557D8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335280" y="332740"/>
            <a:ext cx="7239000" cy="948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400" b="1">
                <a:solidFill>
                  <a:srgbClr val="101319"/>
                </a:solidFill>
                <a:latin typeface="Montserrat"/>
                <a:ea typeface="Montserrat"/>
                <a:cs typeface="Montserrat"/>
              </a:defRPr>
            </a:pPr>
            <a:r>
              <a:rPr lang="en-US" altLang="zh-CN" sz="5400" b="1">
                <a:solidFill>
                  <a:srgbClr val="1557D8"/>
                </a:solidFill>
                <a:latin typeface="Montserrat"/>
                <a:ea typeface="Montserrat"/>
                <a:cs typeface="Montserrat"/>
              </a:rPr>
              <a:t>GW-K104-4DL6</a:t>
            </a:r>
            <a:endParaRPr lang="en-US" altLang="zh-CN" sz="5400" b="1">
              <a:solidFill>
                <a:srgbClr val="1557D8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r="24372"/>
          <a:stretch>
            <a:fillRect/>
          </a:stretch>
        </p:blipFill>
        <p:spPr>
          <a:xfrm>
            <a:off x="10056495" y="0"/>
            <a:ext cx="1991615" cy="864000"/>
          </a:xfrm>
          <a:prstGeom prst="rect">
            <a:avLst/>
          </a:prstGeom>
        </p:spPr>
      </p:pic>
      <p:pic>
        <p:nvPicPr>
          <p:cNvPr id="19" name="图片 18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6599555" y="3192463"/>
            <a:ext cx="1643368" cy="1440000"/>
          </a:xfrm>
          <a:prstGeom prst="rect">
            <a:avLst/>
          </a:prstGeom>
        </p:spPr>
      </p:pic>
      <p:pic>
        <p:nvPicPr>
          <p:cNvPr id="21" name="图片 20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7416788" y="3192462"/>
            <a:ext cx="1642745" cy="1440000"/>
          </a:xfrm>
          <a:prstGeom prst="rect">
            <a:avLst/>
          </a:prstGeom>
        </p:spPr>
      </p:pic>
      <p:pic>
        <p:nvPicPr>
          <p:cNvPr id="22" name="图片 21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8233398" y="3192462"/>
            <a:ext cx="1642745" cy="1440000"/>
          </a:xfrm>
          <a:prstGeom prst="rect">
            <a:avLst/>
          </a:prstGeom>
        </p:spPr>
      </p:pic>
      <p:pic>
        <p:nvPicPr>
          <p:cNvPr id="23" name="图片 22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9050008" y="3192462"/>
            <a:ext cx="1642745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0" name="图片 19" descr="NVR401S-8P8-2"/>
          <p:cNvPicPr>
            <a:picLocks noChangeAspect="1"/>
          </p:cNvPicPr>
          <p:nvPr/>
        </p:nvPicPr>
        <p:blipFill>
          <a:blip r:embed="rId1"/>
          <a:srcRect l="8320" t="21422" r="7013" b="25667"/>
          <a:stretch>
            <a:fillRect/>
          </a:stretch>
        </p:blipFill>
        <p:spPr>
          <a:xfrm>
            <a:off x="6527800" y="4149090"/>
            <a:ext cx="4320000" cy="1619830"/>
          </a:xfrm>
          <a:prstGeom prst="rect">
            <a:avLst/>
          </a:prstGeom>
        </p:spPr>
      </p:pic>
      <p:sp>
        <p:nvSpPr>
          <p:cNvPr id="8" name="rect-q24rn0"/>
          <p:cNvSpPr>
            <a:spLocks noGrp="1"/>
          </p:cNvSpPr>
          <p:nvPr/>
        </p:nvSpPr>
        <p:spPr>
          <a:xfrm rot="5400000">
            <a:off x="5918835" y="584835"/>
            <a:ext cx="353695" cy="12192000"/>
          </a:xfrm>
          <a:prstGeom prst="rect">
            <a:avLst/>
          </a:prstGeom>
          <a:solidFill>
            <a:srgbClr val="1557D8"/>
          </a:solidFill>
          <a:ln w="0">
            <a:solidFill>
              <a:srgbClr val="1557D8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335280" y="332740"/>
            <a:ext cx="7239000" cy="948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400" b="1">
                <a:solidFill>
                  <a:srgbClr val="101319"/>
                </a:solidFill>
                <a:latin typeface="Montserrat"/>
                <a:ea typeface="Montserrat"/>
                <a:cs typeface="Montserrat"/>
              </a:defRPr>
            </a:pPr>
            <a:r>
              <a:rPr lang="en-US" altLang="zh-CN" sz="5400" b="1">
                <a:solidFill>
                  <a:srgbClr val="1557D8"/>
                </a:solidFill>
                <a:latin typeface="Montserrat"/>
                <a:ea typeface="Montserrat"/>
                <a:cs typeface="Montserrat"/>
              </a:rPr>
              <a:t>GW-K108-6DL6</a:t>
            </a:r>
            <a:endParaRPr lang="en-US" altLang="zh-CN" sz="5400" b="1">
              <a:solidFill>
                <a:srgbClr val="1557D8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rcRect r="24372"/>
          <a:stretch>
            <a:fillRect/>
          </a:stretch>
        </p:blipFill>
        <p:spPr>
          <a:xfrm>
            <a:off x="10056495" y="0"/>
            <a:ext cx="1991615" cy="864000"/>
          </a:xfrm>
          <a:prstGeom prst="rect">
            <a:avLst/>
          </a:prstGeom>
        </p:spPr>
      </p:pic>
      <p:pic>
        <p:nvPicPr>
          <p:cNvPr id="19" name="图片 18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6311900" y="3202939"/>
            <a:ext cx="1643368" cy="1440000"/>
          </a:xfrm>
          <a:prstGeom prst="rect">
            <a:avLst/>
          </a:prstGeom>
        </p:spPr>
      </p:pic>
      <p:pic>
        <p:nvPicPr>
          <p:cNvPr id="21" name="图片 20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6932283" y="3202939"/>
            <a:ext cx="1642745" cy="1440000"/>
          </a:xfrm>
          <a:prstGeom prst="rect">
            <a:avLst/>
          </a:prstGeom>
        </p:spPr>
      </p:pic>
      <p:pic>
        <p:nvPicPr>
          <p:cNvPr id="22" name="图片 21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7552043" y="3202939"/>
            <a:ext cx="1642745" cy="1440000"/>
          </a:xfrm>
          <a:prstGeom prst="rect">
            <a:avLst/>
          </a:prstGeom>
        </p:spPr>
      </p:pic>
      <p:pic>
        <p:nvPicPr>
          <p:cNvPr id="23" name="图片 22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8171803" y="3202939"/>
            <a:ext cx="1642745" cy="1440000"/>
          </a:xfrm>
          <a:prstGeom prst="rect">
            <a:avLst/>
          </a:prstGeom>
        </p:spPr>
      </p:pic>
      <p:pic>
        <p:nvPicPr>
          <p:cNvPr id="2" name="图片 1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8791563" y="3202939"/>
            <a:ext cx="1642745" cy="1440000"/>
          </a:xfrm>
          <a:prstGeom prst="rect">
            <a:avLst/>
          </a:prstGeom>
        </p:spPr>
      </p:pic>
      <p:pic>
        <p:nvPicPr>
          <p:cNvPr id="4" name="图片 3" descr="IPC4TF2AR6-DL1-2"/>
          <p:cNvPicPr>
            <a:picLocks noChangeAspect="1"/>
          </p:cNvPicPr>
          <p:nvPr/>
        </p:nvPicPr>
        <p:blipFill>
          <a:blip r:embed="rId3"/>
          <a:srcRect l="18993" r="21944"/>
          <a:stretch>
            <a:fillRect/>
          </a:stretch>
        </p:blipFill>
        <p:spPr>
          <a:xfrm>
            <a:off x="9411323" y="3202939"/>
            <a:ext cx="164211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-q24rn0"/>
          <p:cNvSpPr>
            <a:spLocks noGrp="1"/>
          </p:cNvSpPr>
          <p:nvPr/>
        </p:nvSpPr>
        <p:spPr>
          <a:xfrm rot="5400000">
            <a:off x="5918835" y="584835"/>
            <a:ext cx="353695" cy="12192000"/>
          </a:xfrm>
          <a:prstGeom prst="rect">
            <a:avLst/>
          </a:prstGeom>
          <a:solidFill>
            <a:srgbClr val="1557D8"/>
          </a:solidFill>
          <a:ln w="0">
            <a:solidFill>
              <a:srgbClr val="1557D8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335280" y="332740"/>
            <a:ext cx="7239000" cy="948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400" b="1">
                <a:solidFill>
                  <a:srgbClr val="101319"/>
                </a:solidFill>
                <a:latin typeface="Montserrat"/>
                <a:ea typeface="Montserrat"/>
                <a:cs typeface="Montserrat"/>
              </a:defRPr>
            </a:pPr>
            <a:r>
              <a:rPr lang="en-US" altLang="zh-CN" sz="5400" b="1">
                <a:solidFill>
                  <a:srgbClr val="1557D8"/>
                </a:solidFill>
                <a:latin typeface="Montserrat"/>
                <a:ea typeface="Montserrat"/>
                <a:cs typeface="Montserrat"/>
              </a:rPr>
              <a:t>GW-K208-6AD4</a:t>
            </a:r>
            <a:endParaRPr lang="en-US" altLang="zh-CN" sz="5400" b="1">
              <a:solidFill>
                <a:srgbClr val="1557D8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r="24372"/>
          <a:stretch>
            <a:fillRect/>
          </a:stretch>
        </p:blipFill>
        <p:spPr>
          <a:xfrm>
            <a:off x="10056495" y="0"/>
            <a:ext cx="1991615" cy="864000"/>
          </a:xfrm>
          <a:prstGeom prst="rect">
            <a:avLst/>
          </a:prstGeom>
        </p:spPr>
      </p:pic>
      <p:pic>
        <p:nvPicPr>
          <p:cNvPr id="6" name="图片 5" descr="N1 homaxi2"/>
          <p:cNvPicPr>
            <a:picLocks noChangeAspect="1"/>
          </p:cNvPicPr>
          <p:nvPr/>
        </p:nvPicPr>
        <p:blipFill>
          <a:blip r:embed="rId2"/>
          <a:srcRect l="10587" t="30233" r="8520" b="31967"/>
          <a:stretch>
            <a:fillRect/>
          </a:stretch>
        </p:blipFill>
        <p:spPr>
          <a:xfrm>
            <a:off x="5711825" y="4004945"/>
            <a:ext cx="6480000" cy="1816792"/>
          </a:xfrm>
          <a:prstGeom prst="rect">
            <a:avLst/>
          </a:prstGeom>
        </p:spPr>
      </p:pic>
      <p:pic>
        <p:nvPicPr>
          <p:cNvPr id="9" name="图片 8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2853055"/>
            <a:ext cx="1704550" cy="1440000"/>
          </a:xfrm>
          <a:prstGeom prst="rect">
            <a:avLst/>
          </a:prstGeom>
        </p:spPr>
      </p:pic>
      <p:pic>
        <p:nvPicPr>
          <p:cNvPr id="2" name="图片 1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870" y="2853055"/>
            <a:ext cx="1704340" cy="1440000"/>
          </a:xfrm>
          <a:prstGeom prst="rect">
            <a:avLst/>
          </a:prstGeom>
        </p:spPr>
      </p:pic>
      <p:pic>
        <p:nvPicPr>
          <p:cNvPr id="7" name="图片 6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775" y="2853055"/>
            <a:ext cx="1704340" cy="1440000"/>
          </a:xfrm>
          <a:prstGeom prst="rect">
            <a:avLst/>
          </a:prstGeom>
        </p:spPr>
      </p:pic>
      <p:pic>
        <p:nvPicPr>
          <p:cNvPr id="14" name="图片 13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80" y="2853055"/>
            <a:ext cx="1704340" cy="1440000"/>
          </a:xfrm>
          <a:prstGeom prst="rect">
            <a:avLst/>
          </a:prstGeom>
        </p:spPr>
      </p:pic>
      <p:pic>
        <p:nvPicPr>
          <p:cNvPr id="16" name="图片 15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85" y="2853055"/>
            <a:ext cx="1704340" cy="1440000"/>
          </a:xfrm>
          <a:prstGeom prst="rect">
            <a:avLst/>
          </a:prstGeom>
        </p:spPr>
      </p:pic>
      <p:pic>
        <p:nvPicPr>
          <p:cNvPr id="18" name="图片 17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490" y="2853055"/>
            <a:ext cx="1704340" cy="144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8" name="rect-q24rn0"/>
          <p:cNvSpPr>
            <a:spLocks noGrp="1"/>
          </p:cNvSpPr>
          <p:nvPr/>
        </p:nvSpPr>
        <p:spPr>
          <a:xfrm rot="5400000">
            <a:off x="5918835" y="584835"/>
            <a:ext cx="353695" cy="12192000"/>
          </a:xfrm>
          <a:prstGeom prst="rect">
            <a:avLst/>
          </a:prstGeom>
          <a:solidFill>
            <a:srgbClr val="1557D8"/>
          </a:solidFill>
          <a:ln w="0">
            <a:solidFill>
              <a:srgbClr val="1557D8"/>
            </a:solidFill>
            <a:prstDash val="solid"/>
          </a:ln>
        </p:spPr>
      </p:sp>
      <p:sp>
        <p:nvSpPr>
          <p:cNvPr id="3" name="cover-title"/>
          <p:cNvSpPr>
            <a:spLocks noGrp="1"/>
          </p:cNvSpPr>
          <p:nvPr/>
        </p:nvSpPr>
        <p:spPr>
          <a:xfrm>
            <a:off x="335280" y="332740"/>
            <a:ext cx="7239000" cy="9480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400" b="1">
                <a:solidFill>
                  <a:srgbClr val="101319"/>
                </a:solidFill>
                <a:latin typeface="Montserrat"/>
                <a:ea typeface="Montserrat"/>
                <a:cs typeface="Montserrat"/>
              </a:defRPr>
            </a:pPr>
            <a:r>
              <a:rPr lang="en-US" altLang="zh-CN" sz="5400" b="1">
                <a:solidFill>
                  <a:srgbClr val="1557D8"/>
                </a:solidFill>
                <a:latin typeface="Montserrat"/>
                <a:ea typeface="Montserrat"/>
                <a:cs typeface="Montserrat"/>
              </a:rPr>
              <a:t>GW-K216-10AD4</a:t>
            </a:r>
            <a:endParaRPr lang="en-US" altLang="zh-CN" sz="5400" b="1">
              <a:solidFill>
                <a:srgbClr val="1557D8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/>
          <a:srcRect r="24372"/>
          <a:stretch>
            <a:fillRect/>
          </a:stretch>
        </p:blipFill>
        <p:spPr>
          <a:xfrm>
            <a:off x="10056495" y="0"/>
            <a:ext cx="1991615" cy="864000"/>
          </a:xfrm>
          <a:prstGeom prst="rect">
            <a:avLst/>
          </a:prstGeom>
        </p:spPr>
      </p:pic>
      <p:pic>
        <p:nvPicPr>
          <p:cNvPr id="6" name="图片 5" descr="N1 homaxi2"/>
          <p:cNvPicPr>
            <a:picLocks noChangeAspect="1"/>
          </p:cNvPicPr>
          <p:nvPr/>
        </p:nvPicPr>
        <p:blipFill>
          <a:blip r:embed="rId2"/>
          <a:srcRect l="10587" t="30233" r="8520" b="31967"/>
          <a:stretch>
            <a:fillRect/>
          </a:stretch>
        </p:blipFill>
        <p:spPr>
          <a:xfrm>
            <a:off x="5711825" y="4004945"/>
            <a:ext cx="6480000" cy="1816792"/>
          </a:xfrm>
          <a:prstGeom prst="rect">
            <a:avLst/>
          </a:prstGeom>
        </p:spPr>
      </p:pic>
      <p:pic>
        <p:nvPicPr>
          <p:cNvPr id="9" name="图片 8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755" y="2996565"/>
            <a:ext cx="1704550" cy="1440000"/>
          </a:xfrm>
          <a:prstGeom prst="rect">
            <a:avLst/>
          </a:prstGeom>
        </p:spPr>
      </p:pic>
      <p:pic>
        <p:nvPicPr>
          <p:cNvPr id="2" name="图片 1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1870" y="2996565"/>
            <a:ext cx="1704340" cy="1440000"/>
          </a:xfrm>
          <a:prstGeom prst="rect">
            <a:avLst/>
          </a:prstGeom>
        </p:spPr>
      </p:pic>
      <p:pic>
        <p:nvPicPr>
          <p:cNvPr id="7" name="图片 6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775" y="2996565"/>
            <a:ext cx="1704340" cy="1440000"/>
          </a:xfrm>
          <a:prstGeom prst="rect">
            <a:avLst/>
          </a:prstGeom>
        </p:spPr>
      </p:pic>
      <p:pic>
        <p:nvPicPr>
          <p:cNvPr id="14" name="图片 13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9680" y="2996565"/>
            <a:ext cx="1704340" cy="1440000"/>
          </a:xfrm>
          <a:prstGeom prst="rect">
            <a:avLst/>
          </a:prstGeom>
        </p:spPr>
      </p:pic>
      <p:pic>
        <p:nvPicPr>
          <p:cNvPr id="16" name="图片 15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3585" y="2996565"/>
            <a:ext cx="1704340" cy="1440000"/>
          </a:xfrm>
          <a:prstGeom prst="rect">
            <a:avLst/>
          </a:prstGeom>
        </p:spPr>
      </p:pic>
      <p:pic>
        <p:nvPicPr>
          <p:cNvPr id="18" name="图片 17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7490" y="2996565"/>
            <a:ext cx="1704340" cy="1440000"/>
          </a:xfrm>
          <a:prstGeom prst="rect">
            <a:avLst/>
          </a:prstGeom>
        </p:spPr>
      </p:pic>
      <p:pic>
        <p:nvPicPr>
          <p:cNvPr id="4" name="图片 3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0190" y="1772285"/>
            <a:ext cx="1704550" cy="1440000"/>
          </a:xfrm>
          <a:prstGeom prst="rect">
            <a:avLst/>
          </a:prstGeom>
        </p:spPr>
      </p:pic>
      <p:pic>
        <p:nvPicPr>
          <p:cNvPr id="5" name="图片 4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270" y="1772285"/>
            <a:ext cx="1704340" cy="1440000"/>
          </a:xfrm>
          <a:prstGeom prst="rect">
            <a:avLst/>
          </a:prstGeom>
        </p:spPr>
      </p:pic>
      <p:pic>
        <p:nvPicPr>
          <p:cNvPr id="10" name="图片 9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140" y="1772285"/>
            <a:ext cx="1704340" cy="1440000"/>
          </a:xfrm>
          <a:prstGeom prst="rect">
            <a:avLst/>
          </a:prstGeom>
        </p:spPr>
      </p:pic>
      <p:pic>
        <p:nvPicPr>
          <p:cNvPr id="11" name="图片 10" descr="TF4-17 (homaxi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5010" y="1772285"/>
            <a:ext cx="1703705" cy="144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</Words>
  <Application>WPS 演示</Application>
  <PresentationFormat>Converted Presentation</PresentationFormat>
  <Paragraphs>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宋体</vt:lpstr>
      <vt:lpstr>Wingdings</vt:lpstr>
      <vt:lpstr>Montserrat</vt:lpstr>
      <vt:lpstr>KSOF7AF7FAC7</vt:lpstr>
      <vt:lpstr>KSOF4611BF86</vt:lpstr>
      <vt:lpstr>微软雅黑</vt:lpstr>
      <vt:lpstr>Arial Unicode MS</vt:lpstr>
      <vt:lpstr>Calibri</vt:lpstr>
      <vt:lpstr>Montserrat</vt:lpstr>
      <vt:lpstr>Toots Regular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Bob Wu (邬志彬)</cp:lastModifiedBy>
  <cp:revision>3</cp:revision>
  <dcterms:created xsi:type="dcterms:W3CDTF">2026-08-30T19:47:00Z</dcterms:created>
  <dcterms:modified xsi:type="dcterms:W3CDTF">2026-08-30T23:43:31Z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2FA03CC6820543849037947DC929301B_12</vt:lpwstr>
  </property>
</Properties>
</file>